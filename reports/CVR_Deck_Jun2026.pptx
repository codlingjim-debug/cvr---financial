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cash &amp; the parent note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$3.77M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mid-2027 — the note keeps growing while the turnaround builds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+$231K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drawing by end-2027 in the Base case; only the Upside path flattens and repays 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Reconciled to finance's fully-loaded cost — a more conservative trajectory than the prior estimate.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$30.1K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note interest charged to CVR in H1 — roughly a wash against bid engineering at cost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credit against bid hours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credits note interest against documented bid-support hours. Fixes the cash, but leaves the hours non-billable — the metrics stay misaligned.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Dollars are roughly a wash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7/11/26); interest per the GL. Raise with the CFO alongside the note-terms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2026-07-21T19:31:40Z</dcterms:created>
  <dcterms:modified xsi:type="dcterms:W3CDTF">2026-07-21T19:31:40Z</dcterms:modified>
</cp:coreProperties>
</file>