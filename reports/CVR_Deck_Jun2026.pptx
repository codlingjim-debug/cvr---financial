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$3.77M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mid-2027 — the note keeps growing while the turnaround builds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+$231K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drawing by end-2027 in the Base case; only the Upside path flattens and repays 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Reconciled to finance's fully-loaded cost — a more conservative trajectory than the prior estimate.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2026-07-21T20:43:09Z</dcterms:created>
  <dcterms:modified xsi:type="dcterms:W3CDTF">2026-07-21T20:43:09Z</dcterms:modified>
</cp:coreProperties>
</file>