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cash &amp; the parent note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turns monthly net income positive in November 2026 and delivers a 17.3% OILI return in 2027 — with the $6M revenue goal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−$352K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+$432K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in flight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decomposition block is built into the Phase 1 workbook, pending salary detail from finance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about 5 months of Base-forecast revenue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57%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$12,590.5K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$1,135.2K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to date (up from 50% in 2025)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already in market with Hoosier and Consumers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Energy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&amp; pole programs live; $3.5M EPC-paired pole-replacement bid pending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 Energy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052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CenterPoint Energy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4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MidAmerican Energy (MEC)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10528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Wordmarks shown; drop official logo files into reports/assets/logos/ and rebuild to swap them in.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$1,724K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 — socialize the re-forecast rather than track to a 2.7× H2 run-rate.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income turns positive in November 2026 in the Base case.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OILI return is a performance goal — reachable. The $6M revenue is a capacity goal (~27 billable FTEs).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two levers that double revenue on the current roster.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$3.59M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Jan-27, then a steady decline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paydown by Dec-27 in the Base case; Downside grows it to $3.82M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If the balance isn't flattening by Q1-27, the drivers aren't moving.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2026-07-19T03:45:35Z</dcterms:created>
  <dcterms:modified xsi:type="dcterms:W3CDTF">2026-07-19T03:45:35Z</dcterms:modified>
</cp:coreProperties>
</file>