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national expansion targets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EPC accounting alignment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2026 Pole Replacements (WON)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up $300K on the new Consumers pole win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over half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backlog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total (ex-won)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$9,139.4K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pole replacements — $300K CVR scope now booked to backlog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$9.1M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still in market with Hoosier (Consumers pole program now won)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consum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program live; 2026 pole replacements WON ($300K CVR scope, $3.45M EPC-paired)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d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centerpoi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midameric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Logos are the property of their respective owners; shown for internal reference only.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BEYOND THE CURRENT FOOTPRINT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“new logos” — the national expansion list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Electric Power · 11-state footprint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capital plan raised to ~$78B (May 2026) on signed data-center load; largest transmission owner in the U.S.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new leadership post-BHE takeover; strong Director/PM and procurement relationships (JimC + potential BD).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 · PA · NJ · WV · MD · ~6M customers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“Energize365” grid plan, 2026–30 — up ~30% vs. prior; transmission &amp; distribution modernization and reliability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key C-suite relationships to leverage — an open door to EPC.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pg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Gas &amp; Electric · N. &amp; Central California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2026–30 capital plan — wildfire undergrounding, grid hardening, and data-center-driven load growth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BD-led — a potential long-term EPC relationship to build.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souther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Georgia · Alabama · Mississippi · electric + gas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plan raised to $81B (Feb 2026) — data-center &amp; manufacturing load; Georgia Power system growth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relationally weaker, but a major EPC distribution program at Georgia Power.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≈$268B in disclosed five-year capital plans across these four targets.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Lead's national pursuit list — beyond the current Michigan / Indiana / Iowa base.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latest company capital-plan disclosures (Q1 2025–Q1 2026 earnings / SEC filings); plan windows vary (2025–29 to 2026–30) — confirm current guidance. Relationship notes are CVR-internal account intel. Logos are the property of their respective owners.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WHERE WE PLAY AND WHERE WE'RE GOING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CVR's EPC footprint and the national target map</a:t>
            </a:r>
            <a:endParaRPr lang="en-US" sz="2700" dirty="0"/>
          </a:p>
        </p:txBody>
      </p:sp>
      <p:pic>
        <p:nvPicPr>
          <p:cNvPr id="4" name="Image 0" descr="/home/user/CVR---Financial/reports/assets/footpri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353312"/>
            <a:ext cx="9509760" cy="503457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states with a current CVR client; amber = expansion-target service territories. State shading illustrates each utility's footprint, not CVR's contracted scope.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 — up with the Consumers pole win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$1,609K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−420.4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now finance's fully-loaded basis — the forecast reconciles to the budget dollar-for-dollar.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reach; the honest FY26 landing is ~$1.42M revenue and a $480K loss.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turns positive in the Base case (+$123K); the Upside path reaches the 20% OILI aspiration.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levers — the $6M / 20% target is a capacity build (~27 FTEs).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$200–300K of pre-award exposure on the $9.1M bid slate still in market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today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hours land in CVR's overhead with no offsetting credit — immaterial now, but it compounds as EPC pursuit volume grows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Carve it out of the metrics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bid-support hours in a separate BD cost pool so CVR's utilization and realization aren't penalized for pursuit work — a reporting fix, not a cash fix.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dollars are small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7/11/26). Raise with the CFO as an EPC accounting-alignment item.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the monthly cash draw on USC is the early-warning gauge for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2026-07-22T16:58:21Z</dcterms:created>
  <dcterms:modified xsi:type="dcterms:W3CDTF">2026-07-22T16:58:21Z</dcterms:modified>
</cp:coreProperties>
</file>